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201168" cy="24688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Calibri"/>
              </a:rPr>
              <a:t>ZERO-TRUST · mTLS · SERVICE MESH · GITOPS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7899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A1F2B"/>
                </a:solidFill>
                <a:latin typeface="Calibri"/>
              </a:rPr>
              <a:t>Zero-Trust pour microservices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7C3AED"/>
                </a:solidFill>
                <a:latin typeface="Calibri"/>
              </a:rPr>
              <a:t>Du mTLS câblé à la main (SPIFFE/SPIRE) au service mesh (Istio).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Chaque service prouve son identité avant de parler à un autre. Aucun secret partagé.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Le zero-trust en deux principes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12080" cy="14630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Ne jamais faire confiance au réseau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Être dans le cluster ne prouve rien. Toute communication doit être authentifiée et chiffrée.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86145" cy="14630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5212080" cy="14630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Authentifié ≠ autorisé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Prouver son identité ne donne pas tous les droits. Chaque appel est autorisé explicitement.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186145" cy="146304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A1F2B"/>
                </a:solidFill>
                <a:latin typeface="Calibri"/>
              </a:rPr>
              <a:t>Ces deux principes ne changent pas. Ce qui change entre v1 et v2,</a:t>
            </a: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1A1F2B"/>
                </a:solidFill>
                <a:latin typeface="Calibri"/>
              </a:rPr>
              <a:t>c'est QUI les met en œuvre : le code applicatif, ou la plateforme (le mesh).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Fil rouge de la présentation : le même zero-trust, deux implémentations.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Le réseau ne suffit 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Calibri"/>
              </a:rPr>
              <a:t>Dans un cluster, un service peut en joindre un autre par le réseau.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Calibri"/>
              </a:rPr>
              <a:t>Mais le réseau ne prouve pas QUI appelle.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Catalog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compromis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108960"/>
            <a:ext cx="84908" cy="9144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31089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sensible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3108960"/>
            <a:ext cx="84908" cy="9144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291840" y="3566160"/>
            <a:ext cx="4663439" cy="0"/>
          </a:xfrm>
          <a:prstGeom prst="line">
            <a:avLst/>
          </a:prstGeom>
          <a:ln w="22225">
            <a:solidFill>
              <a:srgbClr val="D93A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83479" y="331012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D93A3A"/>
                </a:solidFill>
                <a:latin typeface="Calibri"/>
              </a:rPr>
              <a:t>peut joindre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Si un attaquant compromet Catalog, rien au niveau réseau ne l'empêche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d'atteindre Payments. Il faut une identité applicative vérifiable.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Une mini-boutique, 5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Gateway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porte d'entrée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75111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07792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commandes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7792" y="2286000"/>
            <a:ext cx="75111" cy="109728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75504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Catalog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produits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75504" y="2286000"/>
            <a:ext cx="75111" cy="109728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43216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paiements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43216" y="2286000"/>
            <a:ext cx="75111" cy="109728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10928" y="2286000"/>
            <a:ext cx="210312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Analytics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Node.js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10928" y="2286000"/>
            <a:ext cx="75111" cy="10972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F2B"/>
                </a:solidFill>
                <a:latin typeface="Calibri"/>
              </a:rPr>
              <a:t>Règle sensible 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10881360" cy="8686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Seul Orders peut déclencher un paiement.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Gateway orchestre, Catalog expose — mais aucun ne peut appeler /pay directement.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34840"/>
            <a:ext cx="388620" cy="86868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Cette règle, c'est notre test du zero-trust — on la garde identique en v1 et en v2.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VERSION 1 · IDENTITÉ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SPIRE attribue une identité cryptographique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SPIRE Server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autorité / 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84908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SPIRE Agent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DaemonSet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3108960"/>
            <a:ext cx="0" cy="548640"/>
          </a:xfrm>
          <a:prstGeom prst="line">
            <a:avLst/>
          </a:prstGeom>
          <a:ln w="22225">
            <a:solidFill>
              <a:srgbClr val="2F6F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371600" y="312724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F6FED"/>
                </a:solidFill>
                <a:latin typeface="Calibri"/>
              </a:rPr>
              <a:t>atteste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194560"/>
            <a:ext cx="2194560" cy="8229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gateway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200400" y="2606040"/>
            <a:ext cx="1645920" cy="150876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46320" y="3200400"/>
            <a:ext cx="2194560" cy="8229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200400" y="3611880"/>
            <a:ext cx="1645920" cy="50292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46320" y="4206240"/>
            <a:ext cx="2194560" cy="8229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114800"/>
            <a:ext cx="1645920" cy="50292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06640" y="2286000"/>
            <a:ext cx="4114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F2B"/>
                </a:solidFill>
                <a:latin typeface="Calibri"/>
              </a:rPr>
              <a:t>SVID X.509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834640"/>
            <a:ext cx="4023360" cy="13716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spiffe://example.org/
ns/shop/sa/orders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identité courte durée, rotative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834640"/>
            <a:ext cx="143691" cy="13716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L'identité dérive du ServiceAccount Kubernetes. L'Agent ne distribue un SVID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qu'après avoir attesté le nœud (PSAT) et le workload.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VERSION 1 · LE CŒUR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mTLS transporte l'identité, le code l'autorise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28600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81642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52560" y="2194560"/>
            <a:ext cx="228600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2194560"/>
            <a:ext cx="81642" cy="10058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17520" y="2697480"/>
            <a:ext cx="6035040" cy="0"/>
          </a:xfrm>
          <a:prstGeom prst="line">
            <a:avLst/>
          </a:prstGeom>
          <a:ln w="22225">
            <a:solidFill>
              <a:srgbClr val="1FA9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0" y="244144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1FA955"/>
                </a:solidFill>
                <a:latin typeface="Calibri"/>
              </a:rPr>
              <a:t>mTLS  ·  /pay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017520"/>
            <a:ext cx="5852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Calibri"/>
              </a:rPr>
              <a:t>présente son SVID — Payments lit l'identité dans le certificat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3840480"/>
            <a:ext cx="6675120" cy="14630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var policy = map[string][]string{
    "/pay": {ordersID},
}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Payments (en Go) : seule l'identité Orders est autorisée sur /pay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3840480"/>
            <a:ext cx="238397" cy="146304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F2B"/>
                </a:solidFill>
                <a:latin typeface="Calibri"/>
              </a:rPr>
              <a:t>Le zero-trust est porté PAR LE CODE : chaque service ouvre le Workload API, fait son mTLS, applique sa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VERSION 1 · MULTI-LANGAGE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Analytics (Node.js) : un sidecar Envoy à la 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219456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Gateway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78377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2194560"/>
            <a:ext cx="5943600" cy="219456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651760"/>
            <a:ext cx="219456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Envoy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SDS · mTLS · 99 lignes 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651760"/>
            <a:ext cx="78377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2651760"/>
            <a:ext cx="237744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Analytics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Node.js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651760"/>
            <a:ext cx="84908" cy="9144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2926080" y="3108960"/>
            <a:ext cx="2194560" cy="137160"/>
          </a:xfrm>
          <a:prstGeom prst="line">
            <a:avLst/>
          </a:prstGeom>
          <a:ln w="22225">
            <a:solidFill>
              <a:srgbClr val="1FA9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83280" y="29215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1FA955"/>
                </a:solidFill>
                <a:latin typeface="Calibri"/>
              </a:rPr>
              <a:t>mTLS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0" y="3108960"/>
            <a:ext cx="640079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95159" y="285292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HTTP 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Pour ne pas réécrire SPIFFE en Node.js, on met un Envoy devant — mais configuré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à la main (SDS, contextes TLS). Ça marche, mais c'est lourd à maintenir.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POURQUOI FAIRE ÉVOLUER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Les limites du tout-manuel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77724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mTLS recâblé partout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chaque service Go porte le code SPIFFE/TLS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698480" cy="77724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Autorisation en dur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la policy vit dans le binaire — recompiler pour changer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77724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Sidecar Envoy manuelle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99 lignes de YAML fragiles à maintenir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10698480" cy="77724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Peu observable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aucune vue d'ensemble du « qui parle à qui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7C3AED"/>
                </a:solidFill>
                <a:latin typeface="Calibri"/>
              </a:rPr>
              <a:t>Le zero-trust est correct, mais c'est l'application qui porte la sécurité. → On délègue ça à un service mesh.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VERSION 2 · LA BASCULE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Istio : la plateforme porte la sécurité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029200" cy="173736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Avant — l'app porte tout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Code mTLS dans chaque service · policy en Go · Envoy manuel · SPIRE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179614" cy="173736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943600" y="2971800"/>
            <a:ext cx="822960" cy="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949440" y="2103120"/>
            <a:ext cx="4572000" cy="1737360"/>
          </a:xfrm>
          <a:prstGeom prst="roundRect">
            <a:avLst/>
          </a:prstGeom>
          <a:solidFill>
            <a:srgbClr val="F3EEFD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Après — le mesh porte tout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Sidecar injecté automatiquement · mTLS auto · l'app fait du HTTP simple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103120"/>
            <a:ext cx="163285" cy="1737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Istio injecte un proxy (Envoy) à côté de chaque service. Le proxy fait le mTLS,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porte l'identité (SPIFFE, dérivée du ServiceAccount) et applique l'autorisation.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Résultat : −1265 lignes de code applicatif, +223 — l'app redevient pur métier.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VERSION 2 · LE CŒUR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Le même zero-trust, en déclaratif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28600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81642" cy="1005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52560" y="2103120"/>
            <a:ext cx="2286000" cy="100584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Payments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2103120"/>
            <a:ext cx="81642" cy="10058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17520" y="2606040"/>
            <a:ext cx="6035040" cy="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0" y="2350008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7C3AED"/>
                </a:solidFill>
                <a:latin typeface="Calibri"/>
              </a:rPr>
              <a:t>mTLS auto (mesh)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566160"/>
            <a:ext cx="7406640" cy="1737360"/>
          </a:xfrm>
          <a:prstGeom prst="roundRect">
            <a:avLst/>
          </a:prstGeom>
          <a:solidFill>
            <a:srgbClr val="F3EEFD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kind: AuthorizationPolicy
rules: from principals [ sa/orders ]  to paths [ /pay ]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PeerAuthentication STRICT (mTLS imposé) + AuthorizationPolicy (qui peut quoi)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3566160"/>
            <a:ext cx="264522" cy="1737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F2B"/>
                </a:solidFill>
                <a:latin typeface="Calibri"/>
              </a:rPr>
              <a:t>Même règle qu'en v1 (« /pay réservé à Orders »), mais hors du code : du YAML versionné en Git, auditable, sans recompiler.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VERSION 2 · 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Authentifié, mais pas autorisé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868680"/>
          </a:xfrm>
          <a:prstGeom prst="roundRect">
            <a:avLst/>
          </a:prstGeom>
          <a:solidFill>
            <a:srgbClr val="ECF8F0"/>
          </a:solidFill>
          <a:ln w="12700">
            <a:solidFill>
              <a:srgbClr val="1FA9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A955"/>
                </a:solidFill>
                <a:latin typeface="Calibri"/>
              </a:rPr>
              <a:t>Gateway → Orders → Payments  ·  /pay     ✓ autorisé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10698480" cy="86868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93A3A"/>
                </a:solidFill>
                <a:latin typeface="Calibri"/>
              </a:rPr>
              <a:t>Gateway → Payments  ·  /pay     ✗ 403 — refusé par le 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La Gateway est authentifiée (mTLS OK), mais l'AuthorizationPolicy ne l'autorise pas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sur /pay. Le proxy renvoie 403 AVANT que la requête n'atteigne l'application.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A1F2B"/>
                </a:solidFill>
                <a:latin typeface="Calibri"/>
              </a:rPr>
              <a:t>C'est le mesh — plus le code — qui décide. Même réseau, même cluster : seule l'identité change la décision.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VERSION 2 · OBSERVABILITÉ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Kiali : voir le mesh en 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98480" y="411480"/>
            <a:ext cx="914400" cy="4114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606040" cy="13716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Topologie live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qui parle à qui, en temps réel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93072" cy="13716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77440"/>
            <a:ext cx="2606040" cy="13716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Cadenas mTLS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chiffrement visible par lien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377440"/>
            <a:ext cx="93072" cy="13716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377440"/>
            <a:ext cx="2606040" cy="13716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403 en rouge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le refus zero-trust, à l'œil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93072" cy="13716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0" y="2377440"/>
            <a:ext cx="2606040" cy="13716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Trafic continu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loadgen : un client réaliste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2377440"/>
            <a:ext cx="93072" cy="13716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En v1, le « qui parle à qui » était invisible. En v2, Kiali (+ Grafana pour les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tendances) le rend lisible : la topologie s'anime, le mTLS et les refus sont visibles.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Le code applicatif, lui, ne produit plus aucune métrique maison.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LA COMPARAISON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Le même zero-trust, deux implémentations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566160" cy="640080"/>
          </a:xfrm>
          <a:prstGeom prst="roundRect">
            <a:avLst/>
          </a:prstGeom>
          <a:solidFill>
            <a:srgbClr val="1A1F2B"/>
          </a:solidFill>
          <a:ln w="12700">
            <a:solidFill>
              <a:srgbClr val="1A1F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Aspect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737360"/>
            <a:ext cx="3566160" cy="640080"/>
          </a:xfrm>
          <a:prstGeom prst="roundRect">
            <a:avLst/>
          </a:prstGeom>
          <a:solidFill>
            <a:srgbClr val="2F6FED"/>
          </a:solidFill>
          <a:ln w="1270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V1 — manuel (SPIRE)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737360"/>
            <a:ext cx="3291840" cy="64008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V2 — mesh (Istio)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3566160" cy="749808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Identité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514600"/>
            <a:ext cx="3566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SVID SPIRE dans le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514600"/>
            <a:ext cx="3291840" cy="749808"/>
          </a:xfrm>
          <a:prstGeom prst="roundRect">
            <a:avLst/>
          </a:prstGeom>
          <a:solidFill>
            <a:srgbClr val="F3EEFD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SPIFFE via le proxy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55848"/>
            <a:ext cx="3566160" cy="749808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mTLS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355848"/>
            <a:ext cx="3566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câblé en Go / Envoy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3355848"/>
            <a:ext cx="3291840" cy="749808"/>
          </a:xfrm>
          <a:prstGeom prst="roundRect">
            <a:avLst/>
          </a:prstGeom>
          <a:solidFill>
            <a:srgbClr val="F3EEFD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automatique, injecté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97096"/>
            <a:ext cx="3566160" cy="749808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Autorisation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4197096"/>
            <a:ext cx="3566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policy en dur (Go)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4197096"/>
            <a:ext cx="3291840" cy="749808"/>
          </a:xfrm>
          <a:prstGeom prst="roundRect">
            <a:avLst/>
          </a:prstGeom>
          <a:solidFill>
            <a:srgbClr val="F3EEFD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AuthorizationPolicy YAML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3566160" cy="749808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Observabilité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5038344"/>
            <a:ext cx="35661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métriques maison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5038344"/>
            <a:ext cx="3291840" cy="749808"/>
          </a:xfrm>
          <a:prstGeom prst="roundRect">
            <a:avLst/>
          </a:prstGeom>
          <a:solidFill>
            <a:srgbClr val="F3EEFD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Kiali + Grafana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Les principes sont identiques. La v2 les sort du code et les confie à la plateforme.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ZERO-TRUST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Aucun port ouvert : JIT SSH + Cloudflare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12080" cy="18288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SSH juste-à-temps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Port 22 FERMÉ par défaut. La CI l'ouvre pour la seule IP du runner le temps
d'Ansible, puis le referme — même en cas d'échec. Jamais exposé en continu.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86145" cy="1828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5212080" cy="18288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Cloudflare Tunnel + Access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Les UIs (ArgoCD, Grafana, Kiali) sortent par un tunnel sortant — aucun port
entrant. Cloudflare Access met un login OTP devant. La boutique reste publique.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186145" cy="1828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Le zero-trust ne s'arrête pas aux services : l'accès à la plateforme suit le même principe.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1F2B"/>
                </a:solidFill>
                <a:latin typeface="Calibri"/>
              </a:rPr>
              <a:t>argocd / grafana / kiali → login obligatoire.   shop → public.   80/443/22 → fermés au repos.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Connexion SORTANTE uniquement : rien n'entre depuis Internet sans passer par Cloudflare.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PLATEFORME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Infra reproductible : Terraform → Ansible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Terraform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serveur Hetzner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Ansible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k3s · Istio · ArgoCD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k3s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cluster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0" y="2743200"/>
            <a:ext cx="2468880" cy="109728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ArgoCD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GitOps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43200"/>
            <a:ext cx="88174" cy="10972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00400" y="329184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26480" y="329184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6800" y="3291840"/>
            <a:ext cx="4572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43891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Tout se recrée d'une commande : Terraform crée le serveur (state dans Terraform Cloud),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Ansible installe k3s + observabilité + Istio/Kiali + ArgoCD. Validé from scratch :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le déploiement complet remonte sans aucune étape manuelle.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F6FED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F2B"/>
                </a:solidFill>
                <a:latin typeface="Calibri"/>
              </a:rPr>
              <a:t>Pipeline sécurisée + GitOps versionné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push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984248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30552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lint · SAST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0552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611880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58184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Trivy (CVE)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58184" y="2468880"/>
            <a:ext cx="52904" cy="9144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239512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85816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Cosign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85816" y="2468880"/>
            <a:ext cx="52904" cy="9144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67144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3448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GHCR @sha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13448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494776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641080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deploy/prod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0122408" y="2926080"/>
            <a:ext cx="118872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268712" y="2468880"/>
            <a:ext cx="1481328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ArgoCD sync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8712" y="2468880"/>
            <a:ext cx="52904" cy="914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4023360"/>
            <a:ext cx="10698480" cy="914400"/>
          </a:xfrm>
          <a:prstGeom prst="roundRect">
            <a:avLst/>
          </a:prstGeom>
          <a:solidFill>
            <a:srgbClr val="F2F4F8"/>
          </a:solidFill>
          <a:ln w="12700">
            <a:solidFill>
              <a:srgbClr val="D7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1">
                <a:solidFill>
                  <a:srgbClr val="1A1F2B"/>
                </a:solidFill>
                <a:latin typeface="Calibri"/>
              </a:rPr>
              <a:t>ArgoCD surveille deploy/prod, pas main.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Les manifests y portent l'image épinglée au SHA du commit. Git = source de vérité, rollback = revert.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023360"/>
            <a:ext cx="382088" cy="914400"/>
          </a:xfrm>
          <a:prstGeom prst="rect">
            <a:avLst/>
          </a:prstGeom>
          <a:solidFill>
            <a:srgbClr val="1FA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Une CVE haute non corrigée casse le build. Pas de tag latest en prod.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201168" cy="2834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C3AED"/>
                </a:solidFill>
                <a:latin typeface="Calibri"/>
              </a:rPr>
              <a:t>En une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7899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A1F2B"/>
                </a:solidFill>
                <a:latin typeface="Calibri"/>
              </a:rPr>
              <a:t>Le même zero-trust, d'abord câblé à la main (SPIRE),</a:t>
            </a:r>
          </a:p>
          <a:p>
            <a:pPr algn="l">
              <a:lnSpc>
                <a:spcPct val="115000"/>
              </a:lnSpc>
            </a:pPr>
            <a:r>
              <a:rPr sz="2500" b="1">
                <a:solidFill>
                  <a:srgbClr val="1A1F2B"/>
                </a:solidFill>
                <a:latin typeface="Calibri"/>
              </a:rPr>
              <a:t>puis confié à un service mesh (Istio) :</a:t>
            </a:r>
          </a:p>
          <a:p>
            <a:pPr algn="l">
              <a:lnSpc>
                <a:spcPct val="115000"/>
              </a:lnSpc>
            </a:pPr>
            <a:r>
              <a:rPr sz="2500" b="1">
                <a:solidFill>
                  <a:srgbClr val="1A1F2B"/>
                </a:solidFill>
                <a:latin typeface="Calibri"/>
              </a:rPr>
              <a:t>identités vérifiées en mTLS, autorisées en déclaratif,</a:t>
            </a:r>
          </a:p>
          <a:p>
            <a:pPr algn="l">
              <a:lnSpc>
                <a:spcPct val="115000"/>
              </a:lnSpc>
            </a:pPr>
            <a:r>
              <a:rPr sz="2500" b="1">
                <a:solidFill>
                  <a:srgbClr val="1A1F2B"/>
                </a:solidFill>
                <a:latin typeface="Calibri"/>
              </a:rPr>
              <a:t>déployées en GitOps et observables.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SPIFFE/SPIRE → Istio/Kiali · Go + Node.js · Terraform/Ansible · ArgoCD · Prometheus/Grafana · Cloudflare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